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Clínica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97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Entidade-Relacionamento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Implementação SQL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0416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Freitas Borges  ·  Arthur Mendes Pereira  ·  Gabriel Almeida Pinhão  ·  José Elias Mello Oliveira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462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 ·  PUC Minas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548640"/>
            <a:ext cx="1371600" cy="137160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194560"/>
            <a:ext cx="914400" cy="914400"/>
          </a:xfrm>
          <a:prstGeom prst="rect">
            <a:avLst/>
          </a:prstGeom>
          <a:solidFill>
            <a:srgbClr val="00A896">
              <a:alpha val="3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291840"/>
            <a:ext cx="548640" cy="548640"/>
          </a:xfrm>
          <a:prstGeom prst="rect">
            <a:avLst/>
          </a:prstGeom>
          <a:solidFill>
            <a:srgbClr val="1A1A1A">
              <a:alpha val="15000"/>
            </a:srgbClr>
          </a:solidFill>
          <a:ln w="12700">
            <a:solidFill>
              <a:srgbClr val="1A1A1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OBJETIVO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desenvolvido?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Entidade-Relacionamento modelando o domínio clínico completo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97480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do DER para tabelas normalizadas com chaves e constraints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697480" cy="3200400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41732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CREATE TABLE com integridade referencial e regras de negócio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ENTIDADE-RELACIONAMENTO  ·  NOTAÇÃO CHEN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— Modelo conceitual</a:t>
            </a:r>
            <a:endParaRPr lang="en-US" sz="2200" dirty="0"/>
          </a:p>
        </p:txBody>
      </p:sp>
      <p:pic>
        <p:nvPicPr>
          <p:cNvPr id="6" name="Image 0" descr="/mnt/user-data/uploads/1776206360341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188720"/>
            <a:ext cx="8686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 ·  NOTAÇÃO TABULAR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— Estrutura de tabelas</a:t>
            </a:r>
            <a:endParaRPr lang="en-US" sz="2200" dirty="0"/>
          </a:p>
        </p:txBody>
      </p:sp>
      <p:pic>
        <p:nvPicPr>
          <p:cNvPr id="6" name="Image 0" descr="/mnt/user-data/uploads/1776206334190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188720"/>
            <a:ext cx="8686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SQL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integridade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tabelas implementadas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373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49424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32257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34640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077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419856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19856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4930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005072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005072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40782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Prontuario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1664208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48840" y="1664208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58568" y="17373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48840" y="2249424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48840" y="2249424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232257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48840" y="2834640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48840" y="2834640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58568" y="29077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48840" y="3419856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48840" y="3419856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34930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48840" y="4005072"/>
            <a:ext cx="16642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148840" y="4005072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58568" y="40782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60520" y="1188720"/>
            <a:ext cx="27432" cy="356616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1234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43400" y="1508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UNIQUE em Prontuário garante relação 1:1 com Paciente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43400" y="18105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43400" y="2084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Exame: Pendente | Concluido | Cancelado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43400" y="2386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43400" y="2660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Agendamento: Agendado | Cancelado | Realizado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43400" y="29626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N:N → Tab.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43400" y="3236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Possui1 (Médico ↔ Especialidade) e Cobre (Convênio ↔ Agendamento)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43400" y="35387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43400" y="3813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 garantidos em Consulta e Agendamento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43400" y="4114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34340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LENGTH(CRM) &gt;= 4 — formato mínimo exigido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828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91640"/>
            <a:ext cx="36576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190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cobre todas as entidades do domínio clínico com relacionamentos corretos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41448"/>
            <a:ext cx="36576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4688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normalizado com chaves primárias e estrangeiras bem definidas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191256"/>
            <a:ext cx="36576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1868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implementadas via CHECK, UNIQUE e NOT NULL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41064"/>
            <a:ext cx="36576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9684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N:N resolvidos com tabelas associativas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 ·  PUC Minas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Clínica</dc:title>
  <dc:subject>PptxGenJS Presentation</dc:subject>
  <dc:creator>PptxGenJS</dc:creator>
  <cp:lastModifiedBy>PptxGenJS</cp:lastModifiedBy>
  <cp:revision>1</cp:revision>
  <dcterms:created xsi:type="dcterms:W3CDTF">2026-04-14T22:48:16Z</dcterms:created>
  <dcterms:modified xsi:type="dcterms:W3CDTF">2026-04-14T22:48:17Z</dcterms:modified>
</cp:coreProperties>
</file>